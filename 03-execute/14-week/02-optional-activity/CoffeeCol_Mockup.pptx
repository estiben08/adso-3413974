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499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A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</a:rPr>
              <a:t>CoffeeCol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Inicio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30368" y="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Nosotros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45936" y="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Productos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61504" y="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Contacto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017"/>
                </a:solidFill>
              </a:rPr>
              <a:t>🛒  Mi Carrito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522D"/>
                </a:solidFill>
              </a:rPr>
              <a:t>VER EL PRODUCTO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8503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0A00"/>
                </a:solidFill>
              </a:rPr>
              <a:t>Nuestras Cápsulas Premium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1417320"/>
            <a:ext cx="2606040" cy="3291840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20040" y="1417320"/>
            <a:ext cx="2606040" cy="1508760"/>
          </a:xfrm>
          <a:prstGeom prst="rect">
            <a:avLst/>
          </a:prstGeom>
          <a:solidFill>
            <a:srgbClr val="4E2A0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20040" y="1417320"/>
            <a:ext cx="2606040" cy="150876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0040" y="141732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☕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411480" y="1481328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11480" y="14813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00"/>
                </a:solidFill>
              </a:rPr>
              <a:t>⭐ TOP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768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</a:rPr>
              <a:t>Huila Especial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" y="3364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Cápsulas 100% café Huila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Origen certificado · 10 uds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522D"/>
                </a:solidFill>
              </a:rPr>
              <a:t>$28.000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9768" y="4270248"/>
            <a:ext cx="2377440" cy="320040"/>
          </a:xfrm>
          <a:prstGeom prst="rect">
            <a:avLst/>
          </a:prstGeom>
          <a:solidFill>
            <a:srgbClr val="1A0A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29768" y="4270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</a:rPr>
              <a:t>+ Agregar al Carrito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1417320"/>
            <a:ext cx="2606040" cy="3291840"/>
          </a:xfrm>
          <a:prstGeom prst="rect">
            <a:avLst/>
          </a:prstGeom>
          <a:solidFill>
            <a:srgbClr val="FFF8F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154680" y="1417320"/>
            <a:ext cx="2606040" cy="1508760"/>
          </a:xfrm>
          <a:prstGeom prst="rect">
            <a:avLst/>
          </a:prstGeom>
          <a:solidFill>
            <a:srgbClr val="4E2A0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154680" y="1417320"/>
            <a:ext cx="2606040" cy="150876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154680" y="141732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☕</a:t>
            </a:r>
            <a:endParaRPr lang="en-US" sz="5200" dirty="0"/>
          </a:p>
        </p:txBody>
      </p:sp>
      <p:sp>
        <p:nvSpPr>
          <p:cNvPr id="26" name="Shape 24"/>
          <p:cNvSpPr/>
          <p:nvPr/>
        </p:nvSpPr>
        <p:spPr>
          <a:xfrm>
            <a:off x="3246120" y="1481328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246120" y="14813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00"/>
                </a:solidFill>
              </a:rPr>
              <a:t>🔥 NUEVO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64408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</a:rPr>
              <a:t>Blend Premium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64408" y="3364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Cápsulas 100% café Huila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Origen certificado · 10 uds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64408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522D"/>
                </a:solidFill>
              </a:rPr>
              <a:t>$32.000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64408" y="4270248"/>
            <a:ext cx="2377440" cy="320040"/>
          </a:xfrm>
          <a:prstGeom prst="rect">
            <a:avLst/>
          </a:prstGeom>
          <a:solidFill>
            <a:srgbClr val="1A0A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264408" y="4270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</a:rPr>
              <a:t>+ Agregar al Carrito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1417320"/>
            <a:ext cx="2606040" cy="3291840"/>
          </a:xfrm>
          <a:prstGeom prst="rect">
            <a:avLst/>
          </a:prstGeom>
          <a:solidFill>
            <a:srgbClr val="F0FFF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5989320" y="1417320"/>
            <a:ext cx="2606040" cy="1508760"/>
          </a:xfrm>
          <a:prstGeom prst="rect">
            <a:avLst/>
          </a:prstGeom>
          <a:solidFill>
            <a:srgbClr val="4E2A0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5989320" y="1417320"/>
            <a:ext cx="2606040" cy="150876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5989320" y="141732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☕</a:t>
            </a:r>
            <a:endParaRPr lang="en-US" sz="5200" dirty="0"/>
          </a:p>
        </p:txBody>
      </p:sp>
      <p:sp>
        <p:nvSpPr>
          <p:cNvPr id="37" name="Shape 35"/>
          <p:cNvSpPr/>
          <p:nvPr/>
        </p:nvSpPr>
        <p:spPr>
          <a:xfrm>
            <a:off x="6080760" y="1481328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6080760" y="14813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00"/>
                </a:solidFill>
              </a:rPr>
              <a:t>✅ ECO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99048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</a:rPr>
              <a:t>Descafeinado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99048" y="3364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Cápsulas 100% café Huila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Origen certificado · 10 uds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99048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522D"/>
                </a:solidFill>
              </a:rPr>
              <a:t>$25.000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099048" y="4270248"/>
            <a:ext cx="2377440" cy="320040"/>
          </a:xfrm>
          <a:prstGeom prst="rect">
            <a:avLst/>
          </a:prstGeom>
          <a:solidFill>
            <a:srgbClr val="1A0A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099048" y="4270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</a:rPr>
              <a:t>+ Agregar al Carrito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64592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522D"/>
                </a:solidFill>
              </a:rPr>
              <a:t>CoffeeCol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77824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81</Words>
  <Application>Microsoft Office PowerPoint</Application>
  <PresentationFormat>Presentación en pantalla (16:9)</PresentationFormat>
  <Paragraphs>32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99A_10104118905</cp:lastModifiedBy>
  <cp:revision>2</cp:revision>
  <dcterms:created xsi:type="dcterms:W3CDTF">2026-06-06T15:26:23Z</dcterms:created>
  <dcterms:modified xsi:type="dcterms:W3CDTF">2026-06-06T15:53:43Z</dcterms:modified>
</cp:coreProperties>
</file>