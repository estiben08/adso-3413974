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-457200"/>
            <a:ext cx="4114800" cy="4114800"/>
          </a:xfrm>
          <a:prstGeom prst="ellipse">
            <a:avLst/>
          </a:prstGeom>
          <a:solidFill>
            <a:srgbClr val="3D2314">
              <a:alpha val="40000"/>
            </a:srgbClr>
          </a:solidFill>
          <a:ln w="12700">
            <a:solidFill>
              <a:srgbClr val="3D231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286000"/>
            <a:ext cx="2926080" cy="2926080"/>
          </a:xfrm>
          <a:prstGeom prst="ellipse">
            <a:avLst/>
          </a:prstGeom>
          <a:solidFill>
            <a:srgbClr val="7A4A2E">
              <a:alpha val="25000"/>
            </a:srgbClr>
          </a:solidFill>
          <a:ln w="12700">
            <a:solidFill>
              <a:srgbClr val="7A4A2E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WEB  •  SENA ADSI  • 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2788920" y="12801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A06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de café colombiano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origen — Huila, Colombia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114800" cy="0"/>
          </a:xfrm>
          <a:prstGeom prst="line">
            <a:avLst/>
          </a:prstGeom>
          <a:noFill/>
          <a:ln w="19050">
            <a:solidFill>
              <a:srgbClr val="A062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42900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3D2314"/>
          </a:solidFill>
          <a:ln w="6350">
            <a:solidFill>
              <a:srgbClr val="C489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29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+ MySQL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42900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3D2314"/>
          </a:solidFill>
          <a:ln w="6350">
            <a:solidFill>
              <a:srgbClr val="C489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3429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342900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3D2314"/>
          </a:solidFill>
          <a:ln w="6350">
            <a:solidFill>
              <a:srgbClr val="C489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429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3429000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3D2314"/>
          </a:solidFill>
          <a:ln w="6350">
            <a:solidFill>
              <a:srgbClr val="C489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29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572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8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E"/>
          </a:solidFill>
          <a:ln w="12700">
            <a:solidFill>
              <a:srgbClr val="FA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45720" cy="5143500"/>
          </a:xfrm>
          <a:prstGeom prst="rect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Descripción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Proyecto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286000" cy="0"/>
          </a:xfrm>
          <a:prstGeom prst="line">
            <a:avLst/>
          </a:prstGeom>
          <a:noFill/>
          <a:ln w="19050">
            <a:solidFill>
              <a:srgbClr val="A06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560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premium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Huila, Colombia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27432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0DE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594360"/>
            <a:ext cx="594360" cy="594360"/>
          </a:xfrm>
          <a:prstGeom prst="ellipse">
            <a:avLst/>
          </a:prstGeom>
          <a:solidFill>
            <a:srgbClr val="3D2314"/>
          </a:solidFill>
          <a:ln w="12700">
            <a:solidFill>
              <a:srgbClr val="3D23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548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4389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7772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Sitio web completo para la venta de cápsulas de café colombiano de origen, con vitrina, carrito, panel admin y módulos informativos.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182880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0DE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0" y="2148840"/>
            <a:ext cx="594360" cy="594360"/>
          </a:xfrm>
          <a:prstGeom prst="ellipse">
            <a:avLst/>
          </a:prstGeom>
          <a:solidFill>
            <a:srgbClr val="3D2314"/>
          </a:solidFill>
          <a:ln w="12700">
            <a:solidFill>
              <a:srgbClr val="3D23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0" y="19933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23317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 · MySQL · Bootstrap 5 · JavaScript · Firebase Auth · JWT · Composer · XAMPP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20440" y="338328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0DEC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3703320"/>
            <a:ext cx="594360" cy="594360"/>
          </a:xfrm>
          <a:prstGeom prst="ellipse">
            <a:avLst/>
          </a:prstGeom>
          <a:solidFill>
            <a:srgbClr val="3D2314"/>
          </a:solidFill>
          <a:ln w="12700">
            <a:solidFill>
              <a:srgbClr val="3D23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89120" y="3547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38862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Pensado para conectar el café del Huila con mercados nacionales e internacionales a través de una experiencia digital premium.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2314"/>
          </a:solidFill>
          <a:ln w="12700">
            <a:solidFill>
              <a:srgbClr val="3D23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06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y Funcionalidades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7A4A2E">
              <a:alpha val="70000"/>
            </a:srgbClr>
          </a:solidFill>
          <a:ln w="6350">
            <a:solidFill>
              <a:srgbClr val="A06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</a:t>
            </a:r>
            <a:pPr indent="0" marL="0">
              <a:buNone/>
            </a:pPr>
            <a:r>
              <a:rPr lang="en-US" sz="11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Brindar una experiencia digital premium que conecte el café de origen del Huila con compradores nacionales e internacionales, con gestión centralizada y diseño artesanal.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3D2314"/>
          </a:solidFill>
          <a:ln w="6350">
            <a:solidFill>
              <a:srgbClr val="7A4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E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Vitrina &amp; Catálogo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con filtros, badges y precios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205740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3D2314"/>
          </a:solidFill>
          <a:ln w="6350">
            <a:solidFill>
              <a:srgbClr val="7A4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E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Carrito &amp; Pedidos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con guardado en BD MySQL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3D2314"/>
          </a:solidFill>
          <a:ln w="6350">
            <a:solidFill>
              <a:srgbClr val="7A4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E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Autenticación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6517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+ JWT para usuarios y admin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3D2314"/>
          </a:solidFill>
          <a:ln w="6350">
            <a:solidFill>
              <a:srgbClr val="7A4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E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Admin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productos, pedidos y clientes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34747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3D2314"/>
          </a:solidFill>
          <a:ln w="6350">
            <a:solidFill>
              <a:srgbClr val="7A4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4048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E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 Interactivo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 del Huila con municipios cafeteros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347472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3D2314"/>
          </a:solidFill>
          <a:ln w="6350">
            <a:solidFill>
              <a:srgbClr val="7A4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547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20840" y="3566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E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Info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4069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8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Nosotros, Servicios, Contacto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4EE"/>
          </a:solidFill>
          <a:ln w="12700">
            <a:solidFill>
              <a:srgbClr val="FAF4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|  Diseño de Interfaz — Mockup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0"/>
          </a:xfrm>
          <a:prstGeom prst="line">
            <a:avLst/>
          </a:prstGeom>
          <a:noFill/>
          <a:ln w="12700">
            <a:solidFill>
              <a:srgbClr val="A062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772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512064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5953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859536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85953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822960"/>
            <a:ext cx="320040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822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coffeecol.com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2880" y="1069848"/>
            <a:ext cx="5120640" cy="41148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CoffeeCol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11247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06040" y="11247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0" y="11247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343400" y="11247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2880" y="1481328"/>
            <a:ext cx="5120640" cy="1463040"/>
          </a:xfrm>
          <a:prstGeom prst="rect">
            <a:avLst/>
          </a:prstGeom>
          <a:solidFill>
            <a:srgbClr val="3D2314"/>
          </a:solidFill>
          <a:ln w="12700">
            <a:solidFill>
              <a:srgbClr val="3D23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371600"/>
            <a:ext cx="2286000" cy="1828800"/>
          </a:xfrm>
          <a:prstGeom prst="ellipse">
            <a:avLst/>
          </a:prstGeom>
          <a:solidFill>
            <a:srgbClr val="7A4A2E">
              <a:alpha val="50000"/>
            </a:srgbClr>
          </a:solidFill>
          <a:ln w="12700">
            <a:solidFill>
              <a:srgbClr val="7A4A2E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60020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Café del Huila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mundo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Cápsulas premium de origen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72491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249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Productos →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" y="3017520"/>
            <a:ext cx="5120640" cy="228600"/>
          </a:xfrm>
          <a:prstGeom prst="rect">
            <a:avLst/>
          </a:prstGeom>
          <a:solidFill>
            <a:srgbClr val="F0DECE"/>
          </a:solidFill>
          <a:ln w="12700">
            <a:solidFill>
              <a:srgbClr val="F0DE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17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Nuestros Productos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329184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F0DE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291840"/>
            <a:ext cx="1554480" cy="640080"/>
          </a:xfrm>
          <a:prstGeom prst="rect">
            <a:avLst/>
          </a:prstGeom>
          <a:solidFill>
            <a:srgbClr val="7A4A2E"/>
          </a:solidFill>
          <a:ln w="12700">
            <a:solidFill>
              <a:srgbClr val="7A4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92608" y="3977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Huila Especial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2608" y="4206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$28.000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51560" y="4206240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3D2314"/>
          </a:solidFill>
          <a:ln w="12700">
            <a:solidFill>
              <a:srgbClr val="3D23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2062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Carrito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947672" y="329184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F0DE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47672" y="3291840"/>
            <a:ext cx="1554480" cy="640080"/>
          </a:xfrm>
          <a:prstGeom prst="rect">
            <a:avLst/>
          </a:prstGeom>
          <a:solidFill>
            <a:srgbClr val="7A4A2E"/>
          </a:solidFill>
          <a:ln w="12700">
            <a:solidFill>
              <a:srgbClr val="7A4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47672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984248" y="3977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 Premium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84248" y="4206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$32.000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0" y="4206240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3D2314"/>
          </a:solidFill>
          <a:ln w="12700">
            <a:solidFill>
              <a:srgbClr val="3D23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42062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Carrito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639312" y="3291840"/>
            <a:ext cx="1554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F0DE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39312" y="3291840"/>
            <a:ext cx="1554480" cy="640080"/>
          </a:xfrm>
          <a:prstGeom prst="rect">
            <a:avLst/>
          </a:prstGeom>
          <a:solidFill>
            <a:srgbClr val="7A4A2E"/>
          </a:solidFill>
          <a:ln w="12700">
            <a:solidFill>
              <a:srgbClr val="7A4A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9312" y="33375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675888" y="39776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Descafeinado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75888" y="4206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$25.000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34840" y="4206240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3D2314"/>
          </a:solidFill>
          <a:ln w="12700">
            <a:solidFill>
              <a:srgbClr val="3D231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4840" y="42062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Carrito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532120" y="777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Pantallas del Sistema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532120" y="11887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0DEC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32120" y="1188720"/>
            <a:ext cx="54864" cy="749808"/>
          </a:xfrm>
          <a:prstGeom prst="rect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1252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Home / Portada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687568" y="1554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de fondo, navbar flotante, mapa SVG de Huila.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532120" y="21031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0DEC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532120" y="2103120"/>
            <a:ext cx="54864" cy="749808"/>
          </a:xfrm>
          <a:prstGeom prst="rect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87568" y="2167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Tienda / Servicios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87568" y="2468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cápsulas con filtros, badges y carrito.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532120" y="30175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0DEC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532120" y="3017520"/>
            <a:ext cx="54864" cy="749808"/>
          </a:xfrm>
          <a:prstGeom prst="rect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3081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Panel Admin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687568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de productos, gestión de pedidos y clientes.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532120" y="3931920"/>
            <a:ext cx="3383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0DEC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532120" y="3931920"/>
            <a:ext cx="54864" cy="749808"/>
          </a:xfrm>
          <a:prstGeom prst="rect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87568" y="39959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Perfil / Login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687568" y="4297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Firebase, historial de pedidos y favoritos.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E08"/>
          </a:solidFill>
          <a:ln w="12700">
            <a:solidFill>
              <a:srgbClr val="1A0E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D2314">
              <a:alpha val="20000"/>
            </a:srgbClr>
          </a:solidFill>
          <a:ln w="12700">
            <a:solidFill>
              <a:srgbClr val="3D231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7A4A2E">
              <a:alpha val="15000"/>
            </a:srgbClr>
          </a:solidFill>
          <a:ln w="12700">
            <a:solidFill>
              <a:srgbClr val="7A4A2E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3D23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155448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8412480" cy="0"/>
          </a:xfrm>
          <a:prstGeom prst="line">
            <a:avLst/>
          </a:prstGeom>
          <a:noFill/>
          <a:ln w="6350">
            <a:solidFill>
              <a:srgbClr val="7A4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00200"/>
            <a:ext cx="438912" cy="438912"/>
          </a:xfrm>
          <a:prstGeom prst="ellipse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81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CoffeeCol demuestra que es posible construir una plataforma e-commerce robusta con tecnologías open-source (PHP, MySQL, Bootstrap) sin sacrificar calidad visual ni funcionalidad.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441448"/>
            <a:ext cx="438912" cy="438912"/>
          </a:xfrm>
          <a:prstGeom prst="ellipse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23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3957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integración de JWT y Firebase garantiza un sistema de autenticación seguro y escalable, con protección tanto para el administrador como para los clientes.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282696"/>
            <a:ext cx="438912" cy="438912"/>
          </a:xfrm>
          <a:prstGeom prst="ellipse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64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" y="3236976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mapa SVG interactivo del Huila es un diferenciador narrativo que conecta el producto con su origen, reforzando la identidad de marca artesanal y premium.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4123944"/>
            <a:ext cx="438912" cy="438912"/>
          </a:xfrm>
          <a:prstGeom prst="ellipse">
            <a:avLst/>
          </a:prstGeom>
          <a:solidFill>
            <a:srgbClr val="A0623C"/>
          </a:solidFill>
          <a:ln w="12700">
            <a:solidFill>
              <a:srgbClr val="A06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05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E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40782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E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establece una base técnica y visual sólida, lista para incorporar pasarelas de pago, app móvil y expansión a nuevas regiones cafeteras de Colombia.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6350">
            <a:solidFill>
              <a:srgbClr val="7A4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 — Tecnólogo en Análisis y Desarrollo de Software  | 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CoffeeCol — Presentación del Proyecto</dc:title>
  <dc:subject>PptxGenJS Presentation</dc:subject>
  <dc:creator>PptxGenJS</dc:creator>
  <cp:lastModifiedBy>PptxGenJS</cp:lastModifiedBy>
  <cp:revision>1</cp:revision>
  <dcterms:created xsi:type="dcterms:W3CDTF">2026-06-06T11:51:10Z</dcterms:created>
  <dcterms:modified xsi:type="dcterms:W3CDTF">2026-06-06T11:51:10Z</dcterms:modified>
</cp:coreProperties>
</file>